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3AAB7A-761D-42CC-AEBE-319BDBF5913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F22A50-B308-4B33-848B-D199B4D80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3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22A50-B308-4B33-848B-D199B4D809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757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87622-6F45-9A87-8499-741C629F9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E3513-FF9B-142D-36E1-99AFBFD81F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4587D-CCA4-5786-2778-7BB0DEC1B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84F5D9-992D-66E8-DA07-431301370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F22A50-B308-4B33-848B-D199B4D809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214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4B2D-0DBB-621E-1319-8690A2E5F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FC4AD8-CAC5-9EDD-7E40-0D4FB9075B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01AA9-C27C-410D-89D7-396740225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9348-A24F-4A8F-A1F2-390BE57E689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1851C-31A5-AC04-B83B-C43916F5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D4EFB-6CA3-8FBD-4F15-52015FAAF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77A6-39D6-456D-9238-B7600BE5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53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70E55-91FE-E9E0-9E47-ED7F1D944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FBC40-4D0D-3FC0-9A33-6C162B6F9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5D78F-B8EA-9267-88D6-399A809E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9348-A24F-4A8F-A1F2-390BE57E689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7FA68-41A0-B777-9FD2-4A05EBE05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F94B6-FFB9-C370-17FF-21D4BFF24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77A6-39D6-456D-9238-B7600BE5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040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324-981B-95DB-1CFD-8CE9A3A0B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FF121-7881-9E33-6334-2FD0B9088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9E205-CF96-41C5-E5A1-0A7D1E100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9348-A24F-4A8F-A1F2-390BE57E689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65D3D-8FCB-80CC-63FE-500FC485F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0D592-A883-630C-11A4-F3A4143F0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77A6-39D6-456D-9238-B7600BE5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653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32D4A-934F-1CA7-F87B-39118CDE5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814B0D-2A61-9BC2-5871-ABBE234FE8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1FEC6-38A7-14EA-2392-7575349B7D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E91A4-6781-DCB5-1980-6A5CF652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9348-A24F-4A8F-A1F2-390BE57E689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80499-74A2-BA54-A7D3-7816CF7C0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13273-41A4-FF5E-0813-B3553B2E5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77A6-39D6-456D-9238-B7600BE5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985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1B630-DECF-C857-9CEF-E4F361886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E22AE-E596-9C6D-AA78-8E6EA7DF7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FF62FC-46DB-61AC-2A3B-FA7DAC49A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B88170-FCBF-5F19-C221-E5911D68D2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1576E8-5D62-443B-9C21-5C30317B1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1E81BC-A1AD-4CA5-1DC3-D8430FD9A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9348-A24F-4A8F-A1F2-390BE57E689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C43AF8-7F8E-278D-DD71-2631D918E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90FCD9-ACFF-7C9A-3230-62E2DFDB4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77A6-39D6-456D-9238-B7600BE5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34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13F34-AF95-4814-4DA9-5EABF5A78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B27FF8-0D0F-53F0-6300-1A534A668E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9348-A24F-4A8F-A1F2-390BE57E689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2C67A0-D6CD-878F-F1E1-5094ADE4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7EAC4-C0CF-F39A-BE24-B4409CDB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77A6-39D6-456D-9238-B7600BE5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513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56081E-DE7F-B725-D304-232AD8561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9348-A24F-4A8F-A1F2-390BE57E689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7074E4-1CAC-A270-1CB3-45FE03DF4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25404-CA97-DB28-4486-D4DF57711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77A6-39D6-456D-9238-B7600BE5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97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C51C1-9849-1D9D-C4A2-014E2168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B828D-0DBC-A2C3-D408-A6582FBC8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9F01A-C084-202F-3F4F-72EE41D00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78BFA-764C-B08B-A3AE-9E8C987D0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9348-A24F-4A8F-A1F2-390BE57E689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2CD591-0DE7-CE63-8C93-D86826577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3A1397-E11E-D7C6-9E74-6DB1318B2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77A6-39D6-456D-9238-B7600BE5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888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4A6CA-9435-6BCD-C1EF-9FB55B67A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5B062C-1D11-1C29-18A7-F03CBB512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189630-74DC-75B4-615E-F079967E3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4CD2E-E0EA-787E-3B14-8B7B7B831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9348-A24F-4A8F-A1F2-390BE57E689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BB282D-1D1A-8652-1912-CC99B9B16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56FF5-4783-1B9D-7B4E-5C197CBFE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77A6-39D6-456D-9238-B7600BE5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82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D8B9-6298-CF98-8B12-B972816C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229EA-6C69-F0BC-D0BC-27FBADA3FF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679C82-ECCF-B846-AEBD-2CC7F7C96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9348-A24F-4A8F-A1F2-390BE57E689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38AE7B-4875-77D0-7F80-29E338451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B5B18-D7E9-29C3-C023-43E5D041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77A6-39D6-456D-9238-B7600BE5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474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156541-76A9-A893-83F8-0C0B35B16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B1A0E-4EE1-647E-E98F-A0093E37A5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03D3-4555-CF72-643B-DFD67BB25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8B9348-A24F-4A8F-A1F2-390BE57E689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16FDCA-64C8-6F1F-1071-0B88B904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F8175-C61D-8B06-6787-5C01FE514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977A6-39D6-456D-9238-B7600BE5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370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FD7601-4B5B-A2D3-B92C-90B2D077D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9A643F-C290-F5E6-290A-FAFA53715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2BBD3-9B7E-68A1-EF96-D10FB2827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B9348-A24F-4A8F-A1F2-390BE57E6893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56C431-F156-7B29-7D2A-F20CDDC2D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9B343-98D1-D593-9C29-E0CF8EA66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6977A6-39D6-456D-9238-B7600BE5F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69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3F12-81D0-EBDD-7DA1-04F0549BF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0E5015-CE60-5D03-1CDC-0ED2B82E85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957E0A9-5E00-9E76-614D-D3ECBD998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369" y="1"/>
            <a:ext cx="9303017" cy="558181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C0A4691-B5AE-6639-BBD5-49B4307A260B}"/>
              </a:ext>
            </a:extLst>
          </p:cNvPr>
          <p:cNvCxnSpPr/>
          <p:nvPr/>
        </p:nvCxnSpPr>
        <p:spPr>
          <a:xfrm>
            <a:off x="1798008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E8B9EB7-3404-190F-0C0E-F74D0E1B7C13}"/>
              </a:ext>
            </a:extLst>
          </p:cNvPr>
          <p:cNvCxnSpPr/>
          <p:nvPr/>
        </p:nvCxnSpPr>
        <p:spPr>
          <a:xfrm>
            <a:off x="2058562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59D5B9-826A-AC9B-92EC-4CB9FB17A8ED}"/>
              </a:ext>
            </a:extLst>
          </p:cNvPr>
          <p:cNvCxnSpPr/>
          <p:nvPr/>
        </p:nvCxnSpPr>
        <p:spPr>
          <a:xfrm>
            <a:off x="2132304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6AC58FB-54E2-C640-75E3-6953793F0382}"/>
              </a:ext>
            </a:extLst>
          </p:cNvPr>
          <p:cNvCxnSpPr/>
          <p:nvPr/>
        </p:nvCxnSpPr>
        <p:spPr>
          <a:xfrm>
            <a:off x="2353530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4E6944-B230-3DEC-EAE2-3C357208C49E}"/>
              </a:ext>
            </a:extLst>
          </p:cNvPr>
          <p:cNvCxnSpPr/>
          <p:nvPr/>
        </p:nvCxnSpPr>
        <p:spPr>
          <a:xfrm>
            <a:off x="3616975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5548D4B-4CBC-29E3-E3D3-A2FF0F9E9196}"/>
              </a:ext>
            </a:extLst>
          </p:cNvPr>
          <p:cNvCxnSpPr/>
          <p:nvPr/>
        </p:nvCxnSpPr>
        <p:spPr>
          <a:xfrm>
            <a:off x="3887362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1D26D0-299E-1CF9-82DF-02C19424B2B7}"/>
              </a:ext>
            </a:extLst>
          </p:cNvPr>
          <p:cNvCxnSpPr/>
          <p:nvPr/>
        </p:nvCxnSpPr>
        <p:spPr>
          <a:xfrm>
            <a:off x="4256071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F44DCAB-6C89-878B-743D-872E51DE3953}"/>
              </a:ext>
            </a:extLst>
          </p:cNvPr>
          <p:cNvCxnSpPr/>
          <p:nvPr/>
        </p:nvCxnSpPr>
        <p:spPr>
          <a:xfrm>
            <a:off x="4703439" y="4153533"/>
            <a:ext cx="0" cy="201168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E4A4A74-B8AD-E83C-DC56-A1D411DE27BB}"/>
              </a:ext>
            </a:extLst>
          </p:cNvPr>
          <p:cNvCxnSpPr/>
          <p:nvPr/>
        </p:nvCxnSpPr>
        <p:spPr>
          <a:xfrm>
            <a:off x="4963994" y="4168283"/>
            <a:ext cx="0" cy="201168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FABEB9-D695-6D06-411E-9FE46314DAAA}"/>
              </a:ext>
            </a:extLst>
          </p:cNvPr>
          <p:cNvCxnSpPr/>
          <p:nvPr/>
        </p:nvCxnSpPr>
        <p:spPr>
          <a:xfrm>
            <a:off x="5352368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518B2DF-E21F-EB10-0150-0833B0F20962}"/>
              </a:ext>
            </a:extLst>
          </p:cNvPr>
          <p:cNvCxnSpPr/>
          <p:nvPr/>
        </p:nvCxnSpPr>
        <p:spPr>
          <a:xfrm>
            <a:off x="6887497" y="4168283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56878BB-4A5F-7371-010F-C82BFF0836BD}"/>
              </a:ext>
            </a:extLst>
          </p:cNvPr>
          <p:cNvCxnSpPr/>
          <p:nvPr/>
        </p:nvCxnSpPr>
        <p:spPr>
          <a:xfrm>
            <a:off x="7138218" y="4183037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0C1E6D1-82F7-D81C-74C0-8161071AFF33}"/>
              </a:ext>
            </a:extLst>
          </p:cNvPr>
          <p:cNvCxnSpPr/>
          <p:nvPr/>
        </p:nvCxnSpPr>
        <p:spPr>
          <a:xfrm>
            <a:off x="7290618" y="4256781"/>
            <a:ext cx="0" cy="219456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B8EF31-7C2C-59FE-95C3-1A584ABD124D}"/>
              </a:ext>
            </a:extLst>
          </p:cNvPr>
          <p:cNvCxnSpPr/>
          <p:nvPr/>
        </p:nvCxnSpPr>
        <p:spPr>
          <a:xfrm>
            <a:off x="7521678" y="4256781"/>
            <a:ext cx="0" cy="219456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74ABEB9-2B43-2CD9-4C65-09A65C992203}"/>
              </a:ext>
            </a:extLst>
          </p:cNvPr>
          <p:cNvCxnSpPr/>
          <p:nvPr/>
        </p:nvCxnSpPr>
        <p:spPr>
          <a:xfrm>
            <a:off x="7629832" y="4291197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1E6409E-066D-3E70-E577-68091ED2C960}"/>
              </a:ext>
            </a:extLst>
          </p:cNvPr>
          <p:cNvCxnSpPr/>
          <p:nvPr/>
        </p:nvCxnSpPr>
        <p:spPr>
          <a:xfrm>
            <a:off x="7860892" y="4291197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09FF4BD-53F8-202C-4EB3-8AB04A03C0EF}"/>
              </a:ext>
            </a:extLst>
          </p:cNvPr>
          <p:cNvCxnSpPr/>
          <p:nvPr/>
        </p:nvCxnSpPr>
        <p:spPr>
          <a:xfrm>
            <a:off x="6543364" y="4256789"/>
            <a:ext cx="0" cy="219456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9526A5-7841-C8B0-7B53-068144E353C6}"/>
              </a:ext>
            </a:extLst>
          </p:cNvPr>
          <p:cNvCxnSpPr/>
          <p:nvPr/>
        </p:nvCxnSpPr>
        <p:spPr>
          <a:xfrm>
            <a:off x="6774424" y="4256789"/>
            <a:ext cx="0" cy="219456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3B002A8-BB9E-B098-6924-3EFE33E87278}"/>
              </a:ext>
            </a:extLst>
          </p:cNvPr>
          <p:cNvCxnSpPr/>
          <p:nvPr/>
        </p:nvCxnSpPr>
        <p:spPr>
          <a:xfrm>
            <a:off x="6194321" y="4192867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7F81733-0262-C70C-3171-F706220EF3C0}"/>
              </a:ext>
            </a:extLst>
          </p:cNvPr>
          <p:cNvCxnSpPr/>
          <p:nvPr/>
        </p:nvCxnSpPr>
        <p:spPr>
          <a:xfrm>
            <a:off x="6445042" y="420762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0B838A8-2F1D-5374-4125-A7E6AE91BF99}"/>
              </a:ext>
            </a:extLst>
          </p:cNvPr>
          <p:cNvCxnSpPr/>
          <p:nvPr/>
        </p:nvCxnSpPr>
        <p:spPr>
          <a:xfrm>
            <a:off x="5864942" y="4187955"/>
            <a:ext cx="0" cy="2286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6FACBC3-D1BF-92EE-9394-C785E9245680}"/>
              </a:ext>
            </a:extLst>
          </p:cNvPr>
          <p:cNvCxnSpPr/>
          <p:nvPr/>
        </p:nvCxnSpPr>
        <p:spPr>
          <a:xfrm>
            <a:off x="6115663" y="4202709"/>
            <a:ext cx="0" cy="2286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D526F05-C1D3-AD68-C7AE-38FC76382B29}"/>
              </a:ext>
            </a:extLst>
          </p:cNvPr>
          <p:cNvCxnSpPr/>
          <p:nvPr/>
        </p:nvCxnSpPr>
        <p:spPr>
          <a:xfrm>
            <a:off x="5461821" y="4207619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DEC3EB3-94D7-19DF-9DE1-3FD1EF54C52F}"/>
              </a:ext>
            </a:extLst>
          </p:cNvPr>
          <p:cNvCxnSpPr/>
          <p:nvPr/>
        </p:nvCxnSpPr>
        <p:spPr>
          <a:xfrm>
            <a:off x="5732206" y="4222373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D81217C-ACF9-7EEF-9D66-6FC62EA821F2}"/>
              </a:ext>
            </a:extLst>
          </p:cNvPr>
          <p:cNvCxnSpPr/>
          <p:nvPr/>
        </p:nvCxnSpPr>
        <p:spPr>
          <a:xfrm>
            <a:off x="7998542" y="4222373"/>
            <a:ext cx="0" cy="219456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FC9D840-DC04-F571-72B9-4B52DC7BAC97}"/>
              </a:ext>
            </a:extLst>
          </p:cNvPr>
          <p:cNvCxnSpPr/>
          <p:nvPr/>
        </p:nvCxnSpPr>
        <p:spPr>
          <a:xfrm>
            <a:off x="8229602" y="4222373"/>
            <a:ext cx="0" cy="219456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423460B-F03C-D2B0-8516-64601F286A68}"/>
              </a:ext>
            </a:extLst>
          </p:cNvPr>
          <p:cNvCxnSpPr/>
          <p:nvPr/>
        </p:nvCxnSpPr>
        <p:spPr>
          <a:xfrm>
            <a:off x="8352503" y="4168283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FBA4DB9-C26D-C9B2-A78E-5701906FB2A6}"/>
              </a:ext>
            </a:extLst>
          </p:cNvPr>
          <p:cNvCxnSpPr/>
          <p:nvPr/>
        </p:nvCxnSpPr>
        <p:spPr>
          <a:xfrm>
            <a:off x="8583563" y="4168283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55A3668-97D6-B2C1-0C62-A675B761A91A}"/>
              </a:ext>
            </a:extLst>
          </p:cNvPr>
          <p:cNvSpPr txBox="1"/>
          <p:nvPr/>
        </p:nvSpPr>
        <p:spPr>
          <a:xfrm>
            <a:off x="4590284" y="6110446"/>
            <a:ext cx="481222" cy="430887"/>
          </a:xfrm>
          <a:prstGeom prst="rect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dirty="0"/>
              <a:t>Sync</a:t>
            </a:r>
            <a:br>
              <a:rPr lang="en-US" sz="1100" dirty="0"/>
            </a:br>
            <a:r>
              <a:rPr lang="en-US" sz="1100" dirty="0"/>
              <a:t>field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4D68696-A4B8-2619-C105-58BEB15D3432}"/>
              </a:ext>
            </a:extLst>
          </p:cNvPr>
          <p:cNvSpPr txBox="1"/>
          <p:nvPr/>
        </p:nvSpPr>
        <p:spPr>
          <a:xfrm>
            <a:off x="4944329" y="5633856"/>
            <a:ext cx="418704" cy="2769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PID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6C9FE8-D6A8-E2E0-E38A-752C09AC91B8}"/>
              </a:ext>
            </a:extLst>
          </p:cNvPr>
          <p:cNvSpPr txBox="1"/>
          <p:nvPr/>
        </p:nvSpPr>
        <p:spPr>
          <a:xfrm>
            <a:off x="5400954" y="5744255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F64A514-8C70-B18E-8A19-E6F0322B388F}"/>
              </a:ext>
            </a:extLst>
          </p:cNvPr>
          <p:cNvSpPr txBox="1"/>
          <p:nvPr/>
        </p:nvSpPr>
        <p:spPr>
          <a:xfrm>
            <a:off x="8265972" y="5941090"/>
            <a:ext cx="420830" cy="5078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Check</a:t>
            </a:r>
          </a:p>
          <a:p>
            <a:pPr algn="ctr"/>
            <a:r>
              <a:rPr lang="en-US" sz="900" dirty="0"/>
              <a:t>sum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F40B05F-68B0-E4E9-6812-9911140B4EA3}"/>
              </a:ext>
            </a:extLst>
          </p:cNvPr>
          <p:cNvSpPr txBox="1"/>
          <p:nvPr/>
        </p:nvSpPr>
        <p:spPr>
          <a:xfrm>
            <a:off x="5807752" y="6150789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9F4467-6BCD-C3AB-8B16-15CDACAF7407}"/>
              </a:ext>
            </a:extLst>
          </p:cNvPr>
          <p:cNvSpPr txBox="1"/>
          <p:nvPr/>
        </p:nvSpPr>
        <p:spPr>
          <a:xfrm>
            <a:off x="6139668" y="5645552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AC60557-1E68-B3A9-39A7-C320D65B4B15}"/>
              </a:ext>
            </a:extLst>
          </p:cNvPr>
          <p:cNvSpPr txBox="1"/>
          <p:nvPr/>
        </p:nvSpPr>
        <p:spPr>
          <a:xfrm>
            <a:off x="6460665" y="6165543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B9FD1A-ADFB-60F5-F8EE-5778434A67FD}"/>
              </a:ext>
            </a:extLst>
          </p:cNvPr>
          <p:cNvSpPr txBox="1"/>
          <p:nvPr/>
        </p:nvSpPr>
        <p:spPr>
          <a:xfrm>
            <a:off x="6810364" y="5633260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0B26A68-D2AE-04E4-D75B-717058E0AA6B}"/>
              </a:ext>
            </a:extLst>
          </p:cNvPr>
          <p:cNvSpPr txBox="1"/>
          <p:nvPr/>
        </p:nvSpPr>
        <p:spPr>
          <a:xfrm>
            <a:off x="7208227" y="6168921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E8CEA53-C948-2D2D-14F6-E22EE54D8FBC}"/>
              </a:ext>
            </a:extLst>
          </p:cNvPr>
          <p:cNvSpPr txBox="1"/>
          <p:nvPr/>
        </p:nvSpPr>
        <p:spPr>
          <a:xfrm>
            <a:off x="7548143" y="5640803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BDF5717-2A2D-89A3-474D-239C46CCCBA7}"/>
              </a:ext>
            </a:extLst>
          </p:cNvPr>
          <p:cNvSpPr txBox="1"/>
          <p:nvPr/>
        </p:nvSpPr>
        <p:spPr>
          <a:xfrm>
            <a:off x="7927260" y="6147094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76F291B-75A8-FD2C-60A7-545B824F7C8C}"/>
              </a:ext>
            </a:extLst>
          </p:cNvPr>
          <p:cNvSpPr txBox="1"/>
          <p:nvPr/>
        </p:nvSpPr>
        <p:spPr>
          <a:xfrm>
            <a:off x="1617284" y="5986046"/>
            <a:ext cx="481222" cy="430887"/>
          </a:xfrm>
          <a:prstGeom prst="rect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dirty="0"/>
              <a:t>Sync</a:t>
            </a:r>
            <a:br>
              <a:rPr lang="en-US" sz="1100" dirty="0"/>
            </a:br>
            <a:r>
              <a:rPr lang="en-US" sz="1100" dirty="0"/>
              <a:t>field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EE4041-9FB8-2B3A-A703-F405F23DCC71}"/>
              </a:ext>
            </a:extLst>
          </p:cNvPr>
          <p:cNvSpPr txBox="1"/>
          <p:nvPr/>
        </p:nvSpPr>
        <p:spPr>
          <a:xfrm>
            <a:off x="2090252" y="5953505"/>
            <a:ext cx="418704" cy="2769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PID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1C79D9-0AD2-3D10-460E-8C0D265EF2AE}"/>
              </a:ext>
            </a:extLst>
          </p:cNvPr>
          <p:cNvSpPr txBox="1"/>
          <p:nvPr/>
        </p:nvSpPr>
        <p:spPr>
          <a:xfrm>
            <a:off x="2331994" y="4202709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FF00"/>
                </a:solidFill>
              </a:rPr>
              <a:t>Data</a:t>
            </a:r>
            <a:br>
              <a:rPr lang="en-US" sz="1200" b="1" dirty="0">
                <a:solidFill>
                  <a:srgbClr val="FFFF00"/>
                </a:solidFill>
              </a:rPr>
            </a:br>
            <a:r>
              <a:rPr lang="en-US" sz="1200" b="1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E6FED02-FB99-144A-AAAD-E23E2EEB45DE}"/>
              </a:ext>
            </a:extLst>
          </p:cNvPr>
          <p:cNvSpPr txBox="1"/>
          <p:nvPr/>
        </p:nvSpPr>
        <p:spPr>
          <a:xfrm>
            <a:off x="2689998" y="4183037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FF00"/>
                </a:solidFill>
              </a:rPr>
              <a:t>Data</a:t>
            </a:r>
            <a:br>
              <a:rPr lang="en-US" sz="1200" b="1" dirty="0">
                <a:solidFill>
                  <a:srgbClr val="FFFF00"/>
                </a:solidFill>
              </a:rPr>
            </a:br>
            <a:r>
              <a:rPr lang="en-US" sz="1200" b="1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268C3E1-07BB-D24C-B970-7E4B05369457}"/>
              </a:ext>
            </a:extLst>
          </p:cNvPr>
          <p:cNvSpPr txBox="1"/>
          <p:nvPr/>
        </p:nvSpPr>
        <p:spPr>
          <a:xfrm>
            <a:off x="2956342" y="4178133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FF00"/>
                </a:solidFill>
              </a:rPr>
              <a:t>Data</a:t>
            </a:r>
            <a:br>
              <a:rPr lang="en-US" sz="1200" b="1" dirty="0">
                <a:solidFill>
                  <a:srgbClr val="FFFF00"/>
                </a:solidFill>
              </a:rPr>
            </a:br>
            <a:r>
              <a:rPr lang="en-US" sz="1200" b="1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5AF64C3-2D23-B5BE-0222-B795EBFB2F77}"/>
              </a:ext>
            </a:extLst>
          </p:cNvPr>
          <p:cNvSpPr txBox="1"/>
          <p:nvPr/>
        </p:nvSpPr>
        <p:spPr>
          <a:xfrm>
            <a:off x="3294682" y="4158461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FF00"/>
                </a:solidFill>
              </a:rPr>
              <a:t>Data</a:t>
            </a:r>
            <a:br>
              <a:rPr lang="en-US" sz="1200" b="1" dirty="0">
                <a:solidFill>
                  <a:srgbClr val="FFFF00"/>
                </a:solidFill>
              </a:rPr>
            </a:br>
            <a:r>
              <a:rPr lang="en-US" sz="1200" b="1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B325FC-AE2E-A7EF-8F5A-197261B85F7C}"/>
              </a:ext>
            </a:extLst>
          </p:cNvPr>
          <p:cNvSpPr txBox="1"/>
          <p:nvPr/>
        </p:nvSpPr>
        <p:spPr>
          <a:xfrm>
            <a:off x="3512825" y="5986046"/>
            <a:ext cx="420830" cy="5078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Check</a:t>
            </a:r>
          </a:p>
          <a:p>
            <a:pPr algn="ctr"/>
            <a:r>
              <a:rPr lang="en-US" sz="900" dirty="0"/>
              <a:t>sum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FA6F82D-9481-48A6-70B6-51765F7332C4}"/>
              </a:ext>
            </a:extLst>
          </p:cNvPr>
          <p:cNvSpPr txBox="1"/>
          <p:nvPr/>
        </p:nvSpPr>
        <p:spPr>
          <a:xfrm>
            <a:off x="3841636" y="5541059"/>
            <a:ext cx="478347" cy="784830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Master release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bus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CB0EDEB-92F6-EFCA-DCEB-9729BC6581F0}"/>
              </a:ext>
            </a:extLst>
          </p:cNvPr>
          <p:cNvSpPr txBox="1"/>
          <p:nvPr/>
        </p:nvSpPr>
        <p:spPr>
          <a:xfrm>
            <a:off x="8583834" y="5540478"/>
            <a:ext cx="478347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Slave release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bus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571C240-658A-B178-F5D0-5B998CB00ED3}"/>
              </a:ext>
            </a:extLst>
          </p:cNvPr>
          <p:cNvSpPr txBox="1"/>
          <p:nvPr/>
        </p:nvSpPr>
        <p:spPr>
          <a:xfrm>
            <a:off x="1219201" y="4203775"/>
            <a:ext cx="685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6600"/>
                </a:solidFill>
              </a:rPr>
              <a:t>13bits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BDEA977-D472-AD42-A9EF-84BDDC13E010}"/>
              </a:ext>
            </a:extLst>
          </p:cNvPr>
          <p:cNvSpPr txBox="1"/>
          <p:nvPr/>
        </p:nvSpPr>
        <p:spPr>
          <a:xfrm>
            <a:off x="4182905" y="4197787"/>
            <a:ext cx="6850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6600"/>
                </a:solidFill>
              </a:rPr>
              <a:t>13bits</a:t>
            </a:r>
          </a:p>
        </p:txBody>
      </p:sp>
    </p:spTree>
    <p:extLst>
      <p:ext uri="{BB962C8B-B14F-4D97-AF65-F5344CB8AC3E}">
        <p14:creationId xmlns:p14="http://schemas.microsoft.com/office/powerpoint/2010/main" val="3872771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198B0-DD4A-CC49-88CE-2B0F79595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3C2A2-BAB5-F093-403E-1388C07CAE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62D3DD-C55A-8C76-2708-8C46222585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C5061A-F0B9-895E-5C2C-E5ED90ED47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73369" y="1"/>
            <a:ext cx="9303016" cy="558181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EA34410-4DF5-C8E5-3362-928B1056793A}"/>
              </a:ext>
            </a:extLst>
          </p:cNvPr>
          <p:cNvCxnSpPr/>
          <p:nvPr/>
        </p:nvCxnSpPr>
        <p:spPr>
          <a:xfrm>
            <a:off x="1798008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C25284E-DC7D-5B8B-CEF6-47CA1F26C047}"/>
              </a:ext>
            </a:extLst>
          </p:cNvPr>
          <p:cNvCxnSpPr/>
          <p:nvPr/>
        </p:nvCxnSpPr>
        <p:spPr>
          <a:xfrm>
            <a:off x="2058562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CAF4EF6-F5A8-0B21-8A1E-9C8C533AD510}"/>
              </a:ext>
            </a:extLst>
          </p:cNvPr>
          <p:cNvCxnSpPr/>
          <p:nvPr/>
        </p:nvCxnSpPr>
        <p:spPr>
          <a:xfrm>
            <a:off x="2132304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071A59-7DB9-01B9-60B3-E28147CDA622}"/>
              </a:ext>
            </a:extLst>
          </p:cNvPr>
          <p:cNvCxnSpPr/>
          <p:nvPr/>
        </p:nvCxnSpPr>
        <p:spPr>
          <a:xfrm>
            <a:off x="2353530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8E7B5B6-C36D-0E54-C470-21D05A395F08}"/>
              </a:ext>
            </a:extLst>
          </p:cNvPr>
          <p:cNvCxnSpPr/>
          <p:nvPr/>
        </p:nvCxnSpPr>
        <p:spPr>
          <a:xfrm>
            <a:off x="3616975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02E1449-5A6D-6BF5-67EE-2C3AF0FB4F74}"/>
              </a:ext>
            </a:extLst>
          </p:cNvPr>
          <p:cNvCxnSpPr/>
          <p:nvPr/>
        </p:nvCxnSpPr>
        <p:spPr>
          <a:xfrm>
            <a:off x="3887362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F83FCFB-6EF7-E2F5-3957-F84635D03E0B}"/>
              </a:ext>
            </a:extLst>
          </p:cNvPr>
          <p:cNvCxnSpPr/>
          <p:nvPr/>
        </p:nvCxnSpPr>
        <p:spPr>
          <a:xfrm>
            <a:off x="4256071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B98C335-470C-DDBC-F39C-11EBAA739529}"/>
              </a:ext>
            </a:extLst>
          </p:cNvPr>
          <p:cNvCxnSpPr/>
          <p:nvPr/>
        </p:nvCxnSpPr>
        <p:spPr>
          <a:xfrm>
            <a:off x="4703439" y="4153533"/>
            <a:ext cx="0" cy="201168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B4E46E-4583-D978-5CDB-051703634E23}"/>
              </a:ext>
            </a:extLst>
          </p:cNvPr>
          <p:cNvCxnSpPr/>
          <p:nvPr/>
        </p:nvCxnSpPr>
        <p:spPr>
          <a:xfrm>
            <a:off x="4963994" y="4168283"/>
            <a:ext cx="0" cy="201168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677430-65F7-E8CC-1EF9-7B90D960386F}"/>
              </a:ext>
            </a:extLst>
          </p:cNvPr>
          <p:cNvCxnSpPr/>
          <p:nvPr/>
        </p:nvCxnSpPr>
        <p:spPr>
          <a:xfrm>
            <a:off x="5352368" y="409454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1BA933C-7678-B6BF-6169-9F47F13B0126}"/>
              </a:ext>
            </a:extLst>
          </p:cNvPr>
          <p:cNvCxnSpPr/>
          <p:nvPr/>
        </p:nvCxnSpPr>
        <p:spPr>
          <a:xfrm>
            <a:off x="6887497" y="4168283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F8A158A-CAEB-CE5D-9D72-8447CA0025DF}"/>
              </a:ext>
            </a:extLst>
          </p:cNvPr>
          <p:cNvCxnSpPr/>
          <p:nvPr/>
        </p:nvCxnSpPr>
        <p:spPr>
          <a:xfrm>
            <a:off x="7138218" y="4183037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C47E7E0-D879-B164-4F7C-556D5751BFD8}"/>
              </a:ext>
            </a:extLst>
          </p:cNvPr>
          <p:cNvCxnSpPr/>
          <p:nvPr/>
        </p:nvCxnSpPr>
        <p:spPr>
          <a:xfrm>
            <a:off x="7290618" y="4256781"/>
            <a:ext cx="0" cy="219456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9830C1E-A504-9E00-E46B-950124AF2781}"/>
              </a:ext>
            </a:extLst>
          </p:cNvPr>
          <p:cNvCxnSpPr/>
          <p:nvPr/>
        </p:nvCxnSpPr>
        <p:spPr>
          <a:xfrm>
            <a:off x="7521678" y="4256781"/>
            <a:ext cx="0" cy="219456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4A01BE0-B5B2-DF47-3FB5-054215F47FAE}"/>
              </a:ext>
            </a:extLst>
          </p:cNvPr>
          <p:cNvCxnSpPr/>
          <p:nvPr/>
        </p:nvCxnSpPr>
        <p:spPr>
          <a:xfrm>
            <a:off x="7629832" y="4291197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DAC44C-165A-36E5-2618-70A622B5172C}"/>
              </a:ext>
            </a:extLst>
          </p:cNvPr>
          <p:cNvCxnSpPr/>
          <p:nvPr/>
        </p:nvCxnSpPr>
        <p:spPr>
          <a:xfrm>
            <a:off x="7860892" y="4291197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6CF2674-07ED-1549-BD87-89FF8D3D145D}"/>
              </a:ext>
            </a:extLst>
          </p:cNvPr>
          <p:cNvCxnSpPr/>
          <p:nvPr/>
        </p:nvCxnSpPr>
        <p:spPr>
          <a:xfrm>
            <a:off x="6543364" y="4256789"/>
            <a:ext cx="0" cy="219456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26D9F79-664F-54C2-4068-7B95E4E624BC}"/>
              </a:ext>
            </a:extLst>
          </p:cNvPr>
          <p:cNvCxnSpPr/>
          <p:nvPr/>
        </p:nvCxnSpPr>
        <p:spPr>
          <a:xfrm>
            <a:off x="6774424" y="4256789"/>
            <a:ext cx="0" cy="219456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7F07E99-BE17-334F-2662-533E6DB5E9B0}"/>
              </a:ext>
            </a:extLst>
          </p:cNvPr>
          <p:cNvCxnSpPr/>
          <p:nvPr/>
        </p:nvCxnSpPr>
        <p:spPr>
          <a:xfrm>
            <a:off x="6194321" y="4192867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27C668-6EC3-33A7-8B0E-F35B539C6ACA}"/>
              </a:ext>
            </a:extLst>
          </p:cNvPr>
          <p:cNvCxnSpPr/>
          <p:nvPr/>
        </p:nvCxnSpPr>
        <p:spPr>
          <a:xfrm>
            <a:off x="6445042" y="4207621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86CFFD9-B410-7244-F3C7-742CBD34F17F}"/>
              </a:ext>
            </a:extLst>
          </p:cNvPr>
          <p:cNvCxnSpPr/>
          <p:nvPr/>
        </p:nvCxnSpPr>
        <p:spPr>
          <a:xfrm>
            <a:off x="5864942" y="4187955"/>
            <a:ext cx="0" cy="2286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839F8F8-831A-09A2-4C99-BF7798AF0C59}"/>
              </a:ext>
            </a:extLst>
          </p:cNvPr>
          <p:cNvCxnSpPr/>
          <p:nvPr/>
        </p:nvCxnSpPr>
        <p:spPr>
          <a:xfrm>
            <a:off x="6115663" y="4202709"/>
            <a:ext cx="0" cy="228600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3CF1EEA-ADB8-A906-1D34-6E9D5DFB7E3F}"/>
              </a:ext>
            </a:extLst>
          </p:cNvPr>
          <p:cNvCxnSpPr/>
          <p:nvPr/>
        </p:nvCxnSpPr>
        <p:spPr>
          <a:xfrm>
            <a:off x="5461821" y="4207619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5A2FC4A-E9AD-CDDA-82A4-8664660E7A6F}"/>
              </a:ext>
            </a:extLst>
          </p:cNvPr>
          <p:cNvCxnSpPr/>
          <p:nvPr/>
        </p:nvCxnSpPr>
        <p:spPr>
          <a:xfrm>
            <a:off x="5732206" y="4222373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9BA23CD-9AA7-863E-D930-7C7320507C21}"/>
              </a:ext>
            </a:extLst>
          </p:cNvPr>
          <p:cNvCxnSpPr/>
          <p:nvPr/>
        </p:nvCxnSpPr>
        <p:spPr>
          <a:xfrm>
            <a:off x="7998542" y="4222373"/>
            <a:ext cx="0" cy="219456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A9C0F92-328D-9DB3-2FD9-30AEC16BB3CD}"/>
              </a:ext>
            </a:extLst>
          </p:cNvPr>
          <p:cNvCxnSpPr/>
          <p:nvPr/>
        </p:nvCxnSpPr>
        <p:spPr>
          <a:xfrm>
            <a:off x="8229602" y="4222373"/>
            <a:ext cx="0" cy="2194560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6676B37-A3AD-3DB2-7353-0ADE5DE29032}"/>
              </a:ext>
            </a:extLst>
          </p:cNvPr>
          <p:cNvCxnSpPr/>
          <p:nvPr/>
        </p:nvCxnSpPr>
        <p:spPr>
          <a:xfrm>
            <a:off x="8352503" y="4168283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960E682-F256-A2D0-3E3C-653AD797BEE2}"/>
              </a:ext>
            </a:extLst>
          </p:cNvPr>
          <p:cNvCxnSpPr/>
          <p:nvPr/>
        </p:nvCxnSpPr>
        <p:spPr>
          <a:xfrm>
            <a:off x="8583563" y="4168283"/>
            <a:ext cx="0" cy="189913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3110A7C7-B298-DF2F-2EE5-BB661B4C2A5D}"/>
              </a:ext>
            </a:extLst>
          </p:cNvPr>
          <p:cNvSpPr txBox="1"/>
          <p:nvPr/>
        </p:nvSpPr>
        <p:spPr>
          <a:xfrm>
            <a:off x="4590284" y="6110446"/>
            <a:ext cx="481222" cy="430887"/>
          </a:xfrm>
          <a:prstGeom prst="rect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dirty="0"/>
              <a:t>Sync</a:t>
            </a:r>
            <a:br>
              <a:rPr lang="en-US" sz="1100" dirty="0"/>
            </a:br>
            <a:r>
              <a:rPr lang="en-US" sz="1100" dirty="0"/>
              <a:t>field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F838D24-EC27-F1ED-8772-AA8F780644D0}"/>
              </a:ext>
            </a:extLst>
          </p:cNvPr>
          <p:cNvSpPr txBox="1"/>
          <p:nvPr/>
        </p:nvSpPr>
        <p:spPr>
          <a:xfrm>
            <a:off x="4944329" y="5633856"/>
            <a:ext cx="418704" cy="2769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PID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E8CFFB-3681-AFDD-9A7D-90AE6E7453C0}"/>
              </a:ext>
            </a:extLst>
          </p:cNvPr>
          <p:cNvSpPr txBox="1"/>
          <p:nvPr/>
        </p:nvSpPr>
        <p:spPr>
          <a:xfrm>
            <a:off x="5400954" y="5744255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0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0542DF-AC3E-01CF-FF5D-4512F8F784B7}"/>
              </a:ext>
            </a:extLst>
          </p:cNvPr>
          <p:cNvSpPr txBox="1"/>
          <p:nvPr/>
        </p:nvSpPr>
        <p:spPr>
          <a:xfrm>
            <a:off x="8265972" y="5941090"/>
            <a:ext cx="420830" cy="5078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Check</a:t>
            </a:r>
          </a:p>
          <a:p>
            <a:pPr algn="ctr"/>
            <a:r>
              <a:rPr lang="en-US" sz="900" dirty="0"/>
              <a:t>sum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B29DF8-6175-C52A-20AE-ECD15D08160A}"/>
              </a:ext>
            </a:extLst>
          </p:cNvPr>
          <p:cNvSpPr txBox="1"/>
          <p:nvPr/>
        </p:nvSpPr>
        <p:spPr>
          <a:xfrm>
            <a:off x="5807752" y="6150789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C30AB4-37C7-DCE5-A971-3E1AF648C0A2}"/>
              </a:ext>
            </a:extLst>
          </p:cNvPr>
          <p:cNvSpPr txBox="1"/>
          <p:nvPr/>
        </p:nvSpPr>
        <p:spPr>
          <a:xfrm>
            <a:off x="6139668" y="5645552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BF3EF38-B152-64D5-C137-8A6FE24D9856}"/>
              </a:ext>
            </a:extLst>
          </p:cNvPr>
          <p:cNvSpPr txBox="1"/>
          <p:nvPr/>
        </p:nvSpPr>
        <p:spPr>
          <a:xfrm>
            <a:off x="6460665" y="6165543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48DE7C1-0C7A-EA34-60EC-D3894A2F828A}"/>
              </a:ext>
            </a:extLst>
          </p:cNvPr>
          <p:cNvSpPr txBox="1"/>
          <p:nvPr/>
        </p:nvSpPr>
        <p:spPr>
          <a:xfrm>
            <a:off x="6810364" y="5633260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B026CC-FB64-D196-D831-177C13EC0956}"/>
              </a:ext>
            </a:extLst>
          </p:cNvPr>
          <p:cNvSpPr txBox="1"/>
          <p:nvPr/>
        </p:nvSpPr>
        <p:spPr>
          <a:xfrm>
            <a:off x="7208227" y="6168921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7B8314-5E63-2CC0-943F-A099C985EF2A}"/>
              </a:ext>
            </a:extLst>
          </p:cNvPr>
          <p:cNvSpPr txBox="1"/>
          <p:nvPr/>
        </p:nvSpPr>
        <p:spPr>
          <a:xfrm>
            <a:off x="7548143" y="5640803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907050F-DF48-3349-9BEC-517B97DB8642}"/>
              </a:ext>
            </a:extLst>
          </p:cNvPr>
          <p:cNvSpPr txBox="1"/>
          <p:nvPr/>
        </p:nvSpPr>
        <p:spPr>
          <a:xfrm>
            <a:off x="7927260" y="6147094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/>
              <a:t>Data</a:t>
            </a:r>
            <a:br>
              <a:rPr lang="en-US" sz="1200" b="1" dirty="0"/>
            </a:br>
            <a:r>
              <a:rPr lang="en-US" sz="1200" b="1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C3ACA56-7C2F-5B2E-6410-56515BFA5312}"/>
              </a:ext>
            </a:extLst>
          </p:cNvPr>
          <p:cNvSpPr txBox="1"/>
          <p:nvPr/>
        </p:nvSpPr>
        <p:spPr>
          <a:xfrm>
            <a:off x="1617284" y="5986046"/>
            <a:ext cx="481222" cy="430887"/>
          </a:xfrm>
          <a:prstGeom prst="rect">
            <a:avLst/>
          </a:prstGeom>
          <a:noFill/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100" dirty="0"/>
              <a:t>Sync</a:t>
            </a:r>
            <a:br>
              <a:rPr lang="en-US" sz="1100" dirty="0"/>
            </a:br>
            <a:r>
              <a:rPr lang="en-US" sz="1100" dirty="0"/>
              <a:t>field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39A4288-FECA-7A48-A10A-458BB698E697}"/>
              </a:ext>
            </a:extLst>
          </p:cNvPr>
          <p:cNvSpPr txBox="1"/>
          <p:nvPr/>
        </p:nvSpPr>
        <p:spPr>
          <a:xfrm>
            <a:off x="2090252" y="5953505"/>
            <a:ext cx="418704" cy="2769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" dirty="0"/>
              <a:t>PID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ECA2D81-B37A-9B03-C704-38D0203AB2BA}"/>
              </a:ext>
            </a:extLst>
          </p:cNvPr>
          <p:cNvSpPr txBox="1"/>
          <p:nvPr/>
        </p:nvSpPr>
        <p:spPr>
          <a:xfrm>
            <a:off x="2331994" y="4202709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FF00"/>
                </a:solidFill>
              </a:rPr>
              <a:t>Data</a:t>
            </a:r>
            <a:br>
              <a:rPr lang="en-US" sz="1200" b="1" dirty="0">
                <a:solidFill>
                  <a:srgbClr val="FFFF00"/>
                </a:solidFill>
              </a:rPr>
            </a:br>
            <a:r>
              <a:rPr lang="en-US" sz="1200" b="1" dirty="0">
                <a:solidFill>
                  <a:srgbClr val="FFFF00"/>
                </a:solidFill>
              </a:rPr>
              <a:t>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F373E65-BB54-28B9-48AC-1C3983D54D8C}"/>
              </a:ext>
            </a:extLst>
          </p:cNvPr>
          <p:cNvSpPr txBox="1"/>
          <p:nvPr/>
        </p:nvSpPr>
        <p:spPr>
          <a:xfrm>
            <a:off x="2689998" y="4183037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FF00"/>
                </a:solidFill>
              </a:rPr>
              <a:t>Data</a:t>
            </a:r>
            <a:br>
              <a:rPr lang="en-US" sz="1200" b="1" dirty="0">
                <a:solidFill>
                  <a:srgbClr val="FFFF00"/>
                </a:solidFill>
              </a:rPr>
            </a:br>
            <a:r>
              <a:rPr lang="en-US" sz="1200" b="1" dirty="0">
                <a:solidFill>
                  <a:srgbClr val="FFFF00"/>
                </a:solidFill>
              </a:rPr>
              <a:t>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1B95324-7F6D-84B9-61F8-366AC73E3B91}"/>
              </a:ext>
            </a:extLst>
          </p:cNvPr>
          <p:cNvSpPr txBox="1"/>
          <p:nvPr/>
        </p:nvSpPr>
        <p:spPr>
          <a:xfrm>
            <a:off x="2956342" y="4178133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FF00"/>
                </a:solidFill>
              </a:rPr>
              <a:t>Data</a:t>
            </a:r>
            <a:br>
              <a:rPr lang="en-US" sz="1200" b="1" dirty="0">
                <a:solidFill>
                  <a:srgbClr val="FFFF00"/>
                </a:solidFill>
              </a:rPr>
            </a:br>
            <a:r>
              <a:rPr lang="en-US" sz="1200" b="1" dirty="0">
                <a:solidFill>
                  <a:srgbClr val="FFFF00"/>
                </a:solidFill>
              </a:rPr>
              <a:t>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4B9296A-0351-0E45-81B3-D6E88CFE1CDA}"/>
              </a:ext>
            </a:extLst>
          </p:cNvPr>
          <p:cNvSpPr txBox="1"/>
          <p:nvPr/>
        </p:nvSpPr>
        <p:spPr>
          <a:xfrm>
            <a:off x="3294682" y="4158461"/>
            <a:ext cx="388949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FFFF00"/>
                </a:solidFill>
              </a:rPr>
              <a:t>Data</a:t>
            </a:r>
            <a:br>
              <a:rPr lang="en-US" sz="1200" b="1" dirty="0">
                <a:solidFill>
                  <a:srgbClr val="FFFF00"/>
                </a:solidFill>
              </a:rPr>
            </a:br>
            <a:r>
              <a:rPr lang="en-US" sz="1200" b="1" dirty="0">
                <a:solidFill>
                  <a:srgbClr val="FFFF00"/>
                </a:solidFill>
              </a:rPr>
              <a:t>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F674388-029C-F0F2-45DE-82D96EC0F6DC}"/>
              </a:ext>
            </a:extLst>
          </p:cNvPr>
          <p:cNvSpPr txBox="1"/>
          <p:nvPr/>
        </p:nvSpPr>
        <p:spPr>
          <a:xfrm>
            <a:off x="3512825" y="5986046"/>
            <a:ext cx="420830" cy="50783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Check</a:t>
            </a:r>
          </a:p>
          <a:p>
            <a:pPr algn="ctr"/>
            <a:r>
              <a:rPr lang="en-US" sz="900" dirty="0"/>
              <a:t>sum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E7965FE-2477-17DB-E909-678B2E6CDF37}"/>
              </a:ext>
            </a:extLst>
          </p:cNvPr>
          <p:cNvSpPr txBox="1"/>
          <p:nvPr/>
        </p:nvSpPr>
        <p:spPr>
          <a:xfrm>
            <a:off x="3841636" y="5541059"/>
            <a:ext cx="478347" cy="784830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Master release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bus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6C60F3E-0A19-0531-4867-2E54051BE4C3}"/>
              </a:ext>
            </a:extLst>
          </p:cNvPr>
          <p:cNvSpPr txBox="1"/>
          <p:nvPr/>
        </p:nvSpPr>
        <p:spPr>
          <a:xfrm>
            <a:off x="8583834" y="5540478"/>
            <a:ext cx="478347" cy="646331"/>
          </a:xfrm>
          <a:prstGeom prst="rect">
            <a:avLst/>
          </a:prstGeom>
          <a:noFill/>
          <a:ln w="317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solidFill>
                  <a:srgbClr val="FF0000"/>
                </a:solidFill>
              </a:rPr>
              <a:t>Slave release</a:t>
            </a:r>
          </a:p>
          <a:p>
            <a:pPr algn="ctr"/>
            <a:r>
              <a:rPr lang="en-US" sz="900" dirty="0">
                <a:solidFill>
                  <a:srgbClr val="FF0000"/>
                </a:solidFill>
              </a:rPr>
              <a:t>bus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FCA015-7C40-BAFD-DC85-0BC8F23AF77A}"/>
              </a:ext>
            </a:extLst>
          </p:cNvPr>
          <p:cNvSpPr txBox="1"/>
          <p:nvPr/>
        </p:nvSpPr>
        <p:spPr>
          <a:xfrm>
            <a:off x="1219201" y="4203775"/>
            <a:ext cx="685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6600"/>
                </a:solidFill>
              </a:rPr>
              <a:t>13bits</a:t>
            </a:r>
          </a:p>
          <a:p>
            <a:r>
              <a:rPr lang="en-US" sz="1200" dirty="0">
                <a:solidFill>
                  <a:srgbClr val="FF6600"/>
                </a:solidFill>
              </a:rPr>
              <a:t>Break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67A8325-8176-8CBC-FF5B-07FAFBC07F04}"/>
              </a:ext>
            </a:extLst>
          </p:cNvPr>
          <p:cNvSpPr txBox="1"/>
          <p:nvPr/>
        </p:nvSpPr>
        <p:spPr>
          <a:xfrm>
            <a:off x="4192737" y="4197787"/>
            <a:ext cx="6850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6600"/>
                </a:solidFill>
              </a:rPr>
              <a:t>13bits</a:t>
            </a:r>
          </a:p>
          <a:p>
            <a:r>
              <a:rPr lang="en-US" sz="1200" dirty="0">
                <a:solidFill>
                  <a:srgbClr val="FF6600"/>
                </a:solidFill>
              </a:rPr>
              <a:t>Break</a:t>
            </a:r>
          </a:p>
        </p:txBody>
      </p:sp>
    </p:spTree>
    <p:extLst>
      <p:ext uri="{BB962C8B-B14F-4D97-AF65-F5344CB8AC3E}">
        <p14:creationId xmlns:p14="http://schemas.microsoft.com/office/powerpoint/2010/main" val="2671440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116</Words>
  <Application>Microsoft Office PowerPoint</Application>
  <PresentationFormat>Widescreen</PresentationFormat>
  <Paragraphs>56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Zichen Wang</dc:creator>
  <cp:lastModifiedBy>Zichen Wang</cp:lastModifiedBy>
  <cp:revision>3</cp:revision>
  <dcterms:created xsi:type="dcterms:W3CDTF">2025-08-19T17:09:44Z</dcterms:created>
  <dcterms:modified xsi:type="dcterms:W3CDTF">2025-08-19T17:53:46Z</dcterms:modified>
</cp:coreProperties>
</file>